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D24D8-1170-47C6-821B-B0455713F361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46D5D-F786-4E41-92DF-66EAD269F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5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9DF6-CF84-44D9-984D-A2787EDFADDA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85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F3108-2807-4EC8-B806-6F43586FBB00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5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70B3A-CB30-4168-98E5-83EBA9D23061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37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EC27-D19F-4C51-9EBD-8D83C9B5042D}" type="datetime1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5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35C3A-3896-4AF4-9F2C-B8A58EDFEDAA}" type="datetime1">
              <a:rPr lang="en-US" smtClean="0"/>
              <a:t>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4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BC8C0-14F9-47DD-AF64-C2BFA5AFDBE2}" type="datetime1">
              <a:rPr lang="en-US" smtClean="0"/>
              <a:t>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8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4584-C477-4488-8FCF-F2EA9430EF6D}" type="datetime1">
              <a:rPr lang="en-US" smtClean="0"/>
              <a:t>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7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83A28B-0377-46B1-B9CD-0719E80D42A6}" type="datetime1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D3ECC-5AC3-45CA-94F0-4BB47F185C5E}" type="datetime1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3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0645-D9B3-4A82-A39C-6EC4868A6A96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9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44267-DC95-4DBE-8B65-27179EAB3A88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5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45CE21-401B-408F-BF85-6821E25D2839}" type="datetime1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D33DE71-3D33-4454-B3FD-E8B0DF7481C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71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youtube.com/watch?v=4gwYkEK0gOk" TargetMode="External"/><Relationship Id="rId7" Type="http://schemas.openxmlformats.org/officeDocument/2006/relationships/hyperlink" Target="https://www.simplilearn.com/tutorials/c-tutorial" TargetMode="External"/><Relationship Id="rId2" Type="http://schemas.openxmlformats.org/officeDocument/2006/relationships/hyperlink" Target="https://compscicentral.com/programming-language-level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vestopedia.com/terms/a/assembly-language.asp" TargetMode="External"/><Relationship Id="rId5" Type="http://schemas.openxmlformats.org/officeDocument/2006/relationships/hyperlink" Target="https://www.techtarget.com/whatis/definition/machine-code-machine-language" TargetMode="External"/><Relationship Id="rId4" Type="http://schemas.openxmlformats.org/officeDocument/2006/relationships/hyperlink" Target="https://www.javatpoint.com/what-is-a-low-level-langu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7F08-68A4-64EF-76AB-577140BF1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055360"/>
            <a:ext cx="10058400" cy="1655295"/>
          </a:xfrm>
        </p:spPr>
        <p:txBody>
          <a:bodyPr/>
          <a:lstStyle/>
          <a:p>
            <a:pPr algn="ctr"/>
            <a:r>
              <a:rPr lang="hr-HR" dirty="0"/>
              <a:t>PROGRAMSKI JEZICI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FF7F2-75C8-E20D-12B4-518745D2A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22220"/>
            <a:ext cx="10058400" cy="1143000"/>
          </a:xfrm>
        </p:spPr>
        <p:txBody>
          <a:bodyPr/>
          <a:lstStyle/>
          <a:p>
            <a:r>
              <a:rPr lang="hr-HR" dirty="0"/>
              <a:t>Ivan mosić, luka žuljević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BA787-3DCD-4023-4AB5-DD7C65DF2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8" y="5936758"/>
            <a:ext cx="2252425" cy="921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054274-F7B2-9973-41F4-AC475C4B79EF}"/>
              </a:ext>
            </a:extLst>
          </p:cNvPr>
          <p:cNvSpPr txBox="1"/>
          <p:nvPr/>
        </p:nvSpPr>
        <p:spPr>
          <a:xfrm>
            <a:off x="4326193" y="5756476"/>
            <a:ext cx="256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19.1.2024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97119-D52F-A39D-3E30-B96C9E3E1EC1}"/>
              </a:ext>
            </a:extLst>
          </p:cNvPr>
          <p:cNvSpPr txBox="1"/>
          <p:nvPr/>
        </p:nvSpPr>
        <p:spPr>
          <a:xfrm>
            <a:off x="2227006" y="225893"/>
            <a:ext cx="7737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000" dirty="0">
                <a:effectLst/>
                <a:ea typeface="Times New Roman" panose="02020603050405020304" pitchFamily="18" charset="0"/>
              </a:rPr>
              <a:t>Fakultet elektrotehnike, strojarstva i brodogradnje u Splitu</a:t>
            </a:r>
            <a:endParaRPr lang="en-US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58CDE0-EF25-ED69-835C-EEDAD1BB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B219-0439-2D71-204D-57987DA3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3DCEC-34A4-FC11-F196-69FC9C7A9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3" y="5937424"/>
            <a:ext cx="2249619" cy="92057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836F51-6574-4B30-C54A-83BBC984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2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377CD3-B126-2CA3-ABA1-E80B4B81A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</a:t>
            </a:r>
            <a:r>
              <a:rPr lang="hr-HR" dirty="0"/>
              <a:t>Uvod</a:t>
            </a:r>
          </a:p>
          <a:p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</a:t>
            </a:r>
            <a:r>
              <a:rPr lang="hr-HR" dirty="0"/>
              <a:t>Low-level programski jezici</a:t>
            </a:r>
          </a:p>
          <a:p>
            <a:pPr lvl="2"/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2.1</a:t>
            </a:r>
            <a:r>
              <a:rPr lang="hr-HR" dirty="0"/>
              <a:t> Strojno programiranje</a:t>
            </a:r>
          </a:p>
          <a:p>
            <a:pPr lvl="2"/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2.2</a:t>
            </a:r>
            <a:r>
              <a:rPr lang="hr-HR" dirty="0"/>
              <a:t> Asemblerski jezik</a:t>
            </a:r>
          </a:p>
          <a:p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</a:t>
            </a:r>
            <a:r>
              <a:rPr lang="hr-HR" dirty="0"/>
              <a:t>Mid-level programski jezik – C</a:t>
            </a:r>
            <a:endParaRPr lang="hr-H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hr-HR" dirty="0"/>
              <a:t>Zaključak</a:t>
            </a:r>
          </a:p>
          <a:p>
            <a:r>
              <a:rPr lang="hr-H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hr-HR" dirty="0"/>
              <a:t>Literatura</a:t>
            </a:r>
          </a:p>
        </p:txBody>
      </p:sp>
    </p:spTree>
    <p:extLst>
      <p:ext uri="{BB962C8B-B14F-4D97-AF65-F5344CB8AC3E}">
        <p14:creationId xmlns:p14="http://schemas.microsoft.com/office/powerpoint/2010/main" val="212263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0C50-B79E-9924-2F3A-BA432A052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FAC2-0948-6AD2-D8CE-223917ACD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5E69-421E-A56B-89A2-31BF1A8C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8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76F2-2FA7-EBD7-47A7-8C8CAF7F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Low-level programski jezici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C4DEE-9BE3-6CD6-219D-9B93A578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niska razina apstrakcije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lakše i brže čitanje koda za računala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koristi minimalno memorije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potrebno veće razumijevanje koda 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AC1FE-140A-CBD7-EC7A-83497D7D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81" y="2080233"/>
            <a:ext cx="3898331" cy="3554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3EC571-8CFA-9338-D8A0-7CFB8099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6" y="5937424"/>
            <a:ext cx="2249619" cy="92057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9893-B076-3124-5D60-BD7E5E24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4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5CA64-D2FC-2608-1AAF-5471A9A4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Strojno programiranje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CE68A-7BAE-24A7-596E-456AF478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3050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jedini jezik koji kompjuteri mogu razumijeti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nije potreban prijevod koda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binarni i heksadecimalni kod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instrukcije se izravno izvršavaju na procesoru</a:t>
            </a:r>
          </a:p>
          <a:p>
            <a:pPr marL="0" indent="0">
              <a:lnSpc>
                <a:spcPct val="150000"/>
              </a:lnSpc>
              <a:buNone/>
            </a:pPr>
            <a:endParaRPr lang="hr-HR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C69A0-3B4E-4EFA-D870-DFCA33E5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355" y="2641753"/>
            <a:ext cx="3977026" cy="1890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FCD9D9-8B59-08FA-ADE8-244EC91C5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7" y="5937424"/>
            <a:ext cx="2249619" cy="92057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A113B-F4AE-5C6B-BFF8-43693512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7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15F7-C4EB-CDCC-18AF-16D53153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Asemblerski jezik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3A3B-7990-5339-227D-31F1A000F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950" y="1845734"/>
            <a:ext cx="6571881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„most” između hardwera i naprednijih jezika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ljudi mogu razumijeti kod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rijetko korišten danas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sporiji od strojnog jezika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17608-C507-87CB-6E72-5E05AA406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24" r="15416"/>
          <a:stretch/>
        </p:blipFill>
        <p:spPr>
          <a:xfrm>
            <a:off x="5604388" y="2783033"/>
            <a:ext cx="5928850" cy="2973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C41A4-D5DB-F5D8-FF9C-A9E3F0561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4" y="5937424"/>
            <a:ext cx="2249619" cy="92057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4FE45-EEF6-904B-7C05-AFB2993E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2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DAEB-EE53-897C-FBE7-8CF4A134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Mid-Level programski jezik - 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6822E-8A1B-E954-E40C-4DB5C376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456785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prijelaz između low i high level programskih jezika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fleksibilan, brz i blizak hardweru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600" dirty="0"/>
              <a:t> lagan za naučit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BE4608-01EF-1AF4-CA62-96669422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6" y="5937424"/>
            <a:ext cx="2249619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ED3789-AB82-2F13-6B39-CC7A9B3B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45" y="2804212"/>
            <a:ext cx="3786378" cy="271548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9E7B3-A51B-2378-C075-6E095787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51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B106-AF7B-912A-8525-E6B55CD4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LITERATURA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626FB-909E-9B7E-4551-D76743FC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3217"/>
            <a:ext cx="11586333" cy="402336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https://compscicentral.com/programming-language-levels/</a:t>
            </a:r>
            <a:endParaRPr lang="hr-HR" dirty="0"/>
          </a:p>
          <a:p>
            <a:r>
              <a:rPr lang="hr-HR" dirty="0">
                <a:hlinkClick r:id="rId3"/>
              </a:rPr>
              <a:t>https://www.youtube.com/watch?v=4gwYkEK0gOk</a:t>
            </a:r>
            <a:endParaRPr lang="hr-HR" dirty="0"/>
          </a:p>
          <a:p>
            <a:r>
              <a:rPr lang="hr-HR" dirty="0">
                <a:hlinkClick r:id="rId4"/>
              </a:rPr>
              <a:t>https://www.javatpoint.com/what-is-a-low-level-language</a:t>
            </a:r>
            <a:endParaRPr lang="hr-HR" dirty="0"/>
          </a:p>
          <a:p>
            <a:r>
              <a:rPr lang="hr-HR" dirty="0">
                <a:hlinkClick r:id="rId5"/>
              </a:rPr>
              <a:t>https://www.techtarget.com/whatis/definition/machine-code-machine-language</a:t>
            </a:r>
            <a:endParaRPr lang="hr-HR" dirty="0"/>
          </a:p>
          <a:p>
            <a:r>
              <a:rPr lang="hr-HR" dirty="0">
                <a:hlinkClick r:id="rId6"/>
              </a:rPr>
              <a:t>https://www.investopedia.com/terms/a/assembly-language.asp</a:t>
            </a:r>
            <a:endParaRPr lang="hr-HR" dirty="0"/>
          </a:p>
          <a:p>
            <a:r>
              <a:rPr lang="hr-HR" dirty="0">
                <a:hlinkClick r:id="rId7"/>
              </a:rPr>
              <a:t>https://www.simplilearn.com/tutorials/c-tutorial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A18C6-4A8E-5A30-42A2-408054B00C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43" y="5937424"/>
            <a:ext cx="2249619" cy="9205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6702B-1C9D-D391-29A0-8E225B841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DE71-3D33-4454-B3FD-E8B0DF7481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501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251</TotalTime>
  <Words>222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PROGRAMSKI JEZICI</vt:lpstr>
      <vt:lpstr>SADRŽAJ</vt:lpstr>
      <vt:lpstr>UVOD?</vt:lpstr>
      <vt:lpstr>Low-level programski jezici</vt:lpstr>
      <vt:lpstr>Strojno programiranje</vt:lpstr>
      <vt:lpstr>Asemblerski jezik</vt:lpstr>
      <vt:lpstr>Mid-Level programski jezik - C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</dc:title>
  <dc:creator>luka zuljevic</dc:creator>
  <cp:lastModifiedBy>luka zuljevic</cp:lastModifiedBy>
  <cp:revision>1</cp:revision>
  <dcterms:created xsi:type="dcterms:W3CDTF">2024-01-14T10:04:37Z</dcterms:created>
  <dcterms:modified xsi:type="dcterms:W3CDTF">2024-01-14T14:15:54Z</dcterms:modified>
</cp:coreProperties>
</file>